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CampusMate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EA5E9"/>
                </a:solidFill>
              </a:rPr>
              <a:t>Your Smart College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Innovation Research &amp; Digital Prototype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Sir Isaac Newton College of Engineering and Technology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Skill Development Cell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1. Problem &amp;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College students often depend on multiple channels for timetable updates, assignments, events, notices, attendance information and academic reminders.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Scattered information can make it harder for students to find the right update at the right time and manage daily academic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2219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People 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Students are the primary users. Faculty and administrators can also benefit from a structured communication and notification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22191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Need for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A single student-focused companion can bring essential campus information and reminders into one simple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Create a single digital companion for common student needs.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Provide quick access to timetable, attendance, assignments, events and notices.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Use smart reminders to reduce missed academic tasks and important updates.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Design a simple mobile-first interface that is easy for students to navigate.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Support future integration with college systems and authenticated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3. Proposed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CampusMate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63239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A mobile/web companion with a personalized student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Smart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63239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Combines reminders, notifications and priority information into one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361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College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3063239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Future-ready architecture for timetable, attendance, LMS, events and notices.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4.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Today’s classes, tasks and priority notices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Timetable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Daily/weekly schedule with room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7315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6596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Subject-wise attendance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Assignments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Deadlines, status and reminders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033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70332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6791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Club, workshop and college event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033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703320"/>
            <a:ext cx="73152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86791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Smart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97680"/>
            <a:ext cx="301752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Personalized reminders for important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5. User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Login</a:t>
            </a:r>
          </a:p>
        </p:txBody>
      </p:sp>
      <p:sp>
        <p:nvSpPr>
          <p:cNvPr id="6" name="Chevron 5"/>
          <p:cNvSpPr/>
          <p:nvPr/>
        </p:nvSpPr>
        <p:spPr>
          <a:xfrm>
            <a:off x="2148840" y="2743200"/>
            <a:ext cx="320040" cy="4572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2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9" name="Chevron 8"/>
          <p:cNvSpPr/>
          <p:nvPr/>
        </p:nvSpPr>
        <p:spPr>
          <a:xfrm>
            <a:off x="4050791" y="2743200"/>
            <a:ext cx="320040" cy="4572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Check Today</a:t>
            </a:r>
          </a:p>
        </p:txBody>
      </p:sp>
      <p:sp>
        <p:nvSpPr>
          <p:cNvPr id="12" name="Chevron 11"/>
          <p:cNvSpPr/>
          <p:nvPr/>
        </p:nvSpPr>
        <p:spPr>
          <a:xfrm>
            <a:off x="5952744" y="2743200"/>
            <a:ext cx="320040" cy="4572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Open Task / Notice</a:t>
            </a:r>
          </a:p>
        </p:txBody>
      </p:sp>
      <p:sp>
        <p:nvSpPr>
          <p:cNvPr id="15" name="Chevron 14"/>
          <p:cNvSpPr/>
          <p:nvPr/>
        </p:nvSpPr>
        <p:spPr>
          <a:xfrm>
            <a:off x="7854696" y="2743200"/>
            <a:ext cx="320040" cy="4572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Take Action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9756648" y="2743200"/>
            <a:ext cx="320040" cy="4572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2468880"/>
            <a:ext cx="1508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74320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Reminder / Confirmation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6. System / Concept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Student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Mobile/Web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73152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3639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College ID / secure 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8231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Reminder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14884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214884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31343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Backend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43200"/>
            <a:ext cx="233172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Business logic + user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325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3258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4904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College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920240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Timetable / notices /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29718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2971800"/>
            <a:ext cx="73152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1363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566160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Student preferences &amp; tasks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461772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461772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7823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Future AI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212080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Priority suggestions &amp; smart reminders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7. Prototype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Screen 01 —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6323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Greeting, today’s timetable, pending assignments, attendance summary and urgent notices.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Screen 02 —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6323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Assignment list, due dates, completion status and add-reminder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Screen 03 — Notices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6323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College notices, events, workshops and club announcements in one feed.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8. Testing &amp; 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Functionality: navigation, buttons and task flows work as intended.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Usability: students can locate timetable, tasks and notices quickly.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Accuracy: displayed college data matches the source system.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Performance: screens load within an acceptable time on normal campus connectivity.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User understanding: first-time users can understand the dashboard without assistance.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9. Feasibility &amp; Real-World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Web/mobile front end, backend API, database and notification service can be developed using common software technologies.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361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Economic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65960"/>
            <a:ext cx="219456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Prototype can be developed with standard development tools; deployment cost depends on college infrastructure and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73152" cy="4480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361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219456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Student-centered navigation and personalized reminders can support easier access to campus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5361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965960"/>
            <a:ext cx="219456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Smart Campus / Education: one companion interface for student information and daily academic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10.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Initial prototype uses concept/demo data; real college integration requires authorized data access.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Attendance and timetable accuracy depend on the connected institutional systems.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Future versions can add AI-based priority suggestions and personalized study planning.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Integration with LMS, examination schedules, fee alerts and placement updates can expand the platform.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Accessibility, privacy, authentication and role-based permissions should be considered before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CampusMate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EA5E9"/>
                </a:solidFill>
              </a:rPr>
              <a:t>One place to organize campus information, tasks and reminders.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